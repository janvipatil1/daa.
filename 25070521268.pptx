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shortest path from one source to every other node in a graph with non-negative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Dijkstra's Algorithm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0"/>
                </a:solidFill>
              </a:rPr>
              <a:t>Finding shortest paths in weighted graphs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Dijkstra's algorithm?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13F"/>
                </a:solidFill>
              </a:rPr>
              <a:t>Single-source shortest path algorithm, published by Edsger W. Dijkstra in 1959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13F"/>
                </a:solidFill>
              </a:rPr>
              <a:t>Works on weighted graphs (directed or undirected) with non-negative edge weights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13F"/>
                </a:solidFill>
              </a:rPr>
              <a:t>Greedy strategy: always settle the closest unvisited node next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13F"/>
                </a:solidFill>
              </a:rPr>
              <a:t>Output: shortest distance from the source to every reachable node, plus the paths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Initialise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234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3F"/>
                </a:solidFill>
              </a:rPr>
              <a:t>Set dist[source] = 0 and every other node to ∞. Put all nodes in a priority queue.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305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Pick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3055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3F"/>
                </a:solidFill>
              </a:rPr>
              <a:t>Remove the node u with the smallest tentative distance.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266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Relax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02666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3F"/>
                </a:solidFill>
              </a:rPr>
              <a:t>For each neighbour v of u: if dist[u] + w(u,v) &lt; dist[v], update dist[v] and record u as its parent.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92277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Repeat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392277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3F"/>
                </a:solidFill>
              </a:rPr>
              <a:t>Continue until the queue is empty (or the target is settled).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383280"/>
          </a:xfrm>
          <a:prstGeom prst="roundRect">
            <a:avLst>
              <a:gd name="adj" fmla="val 270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Dijkstra(Graph, source):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vertex v: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dist[v] = INFINITY;  parent[v] =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dist[source]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 = priority queue of all vertices keyed by dist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PQ is not empty: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 = PQ.extractMin()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neighbour v of 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alt = dist[u] + weight(u, 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alt &lt; dist[v]: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dist[v] = alt;  parent[v] = 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PQ.decreaseKey(v, alt)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dist, parent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(source = 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914400" y="1645920"/>
            <a:ext cx="1371600" cy="118872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209397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53896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1371600" cy="118872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53896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0" cy="237744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9696" y="26883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1645920"/>
            <a:ext cx="1371600" cy="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5496" y="14996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2549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2286000" y="1645920"/>
            <a:ext cx="1371600" cy="237744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25496" y="26883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25496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1645920"/>
            <a:ext cx="1005840" cy="137160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4216" y="21854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14216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V="1">
            <a:off x="2286000" y="3017520"/>
            <a:ext cx="2377440" cy="100584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8416" y="33741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284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029968" y="138988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29968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029968" y="376732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29968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401568" y="138988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07408" y="276148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0740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017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5488"/>
                <a:gridCol w="475488"/>
                <a:gridCol w="475488"/>
                <a:gridCol w="475488"/>
                <a:gridCol w="47548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Visit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566928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Shortest distances from A: B = 3 (A→C→B), C = 2, D = 8 (A→C→B→D), E = 11 (…→D→E)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Data structure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Array / linear scan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O(V²)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Binary heap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O((V + E) log V)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Fibonacci heap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13F"/>
                          </a:solidFill>
                        </a:rPr>
                        <a:t>O(E + V log V)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V = number of vertices, E = number of edges. A binary heap is the usual practical choice for sparse graphs.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393192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Fails with negative edge weights (use Bellman–Ford)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Computes paths from one source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Explores in all directions; A* adds a heuristic to speed up point-to-point search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393192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GPS and map routing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Network routing protocols (OSPF, IS-IS)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Game AI pathfinding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</a:rPr>
              <a:t>Flight and logistics planning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E6F1F5"/>
                </a:solidFill>
              </a:rPr>
              <a:t>Greedy: settle the nearest unvisited node, then relax its edges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E6F1F5"/>
                </a:solidFill>
              </a:rPr>
              <a:t>Requires non-negative weights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E6F1F5"/>
                </a:solidFill>
              </a:rPr>
              <a:t>A priority queue makes it efficient: O((V + E) log V)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E6F1F5"/>
                </a:solidFill>
              </a:rPr>
              <a:t>Track parent pointers to reconstruct actual paths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2026-10-19T17:04:44Z</dcterms:created>
  <dcterms:modified xsi:type="dcterms:W3CDTF">2026-10-19T17:04:44Z</dcterms:modified>
</cp:coreProperties>
</file>